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Modeling multiple continuous responses simultaneously</a:t>
            </a:r>
          </a:p>
          <a:p>
            <a:r>
              <a:t>Used when responses are correlated</a:t>
            </a:r>
          </a:p>
          <a:p>
            <a:r>
              <a:t>Extends univariate linear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continuous outcomes</a:t>
            </a:r>
          </a:p>
          <a:p>
            <a:r>
              <a:t>Outcomes are correlated</a:t>
            </a:r>
          </a:p>
          <a:p>
            <a:r>
              <a:t>Interest in joint inference</a:t>
            </a:r>
          </a:p>
          <a:p>
            <a:r>
              <a:t>Control of familywise Type I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 observations</a:t>
            </a:r>
          </a:p>
          <a:p>
            <a:r>
              <a:t>p predictors</a:t>
            </a:r>
          </a:p>
          <a:p>
            <a:r>
              <a:t>q response variables</a:t>
            </a:r>
          </a:p>
          <a:p>
            <a:endParaRPr/>
          </a:p>
          <a:p>
            <a:r>
              <a:t>Y: n x q response matrix</a:t>
            </a:r>
          </a:p>
          <a:p>
            <a:r>
              <a:t>X: n x (p+1) design matrix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 = X B + E</a:t>
            </a:r>
          </a:p>
          <a:p>
            <a:endParaRPr/>
          </a:p>
          <a:p>
            <a:r>
              <a:t>B: (p+1) x q coefficient matrix</a:t>
            </a:r>
          </a:p>
          <a:p>
            <a:r>
              <a:t>E: n x q error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Errors are multivariate normal</a:t>
            </a:r>
          </a:p>
          <a:p>
            <a:r>
              <a:t>Mean zero</a:t>
            </a:r>
          </a:p>
          <a:p>
            <a:r>
              <a:t>Covariance matrix Σ</a:t>
            </a:r>
          </a:p>
          <a:p>
            <a:r>
              <a:t>Responses may be correlated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Least squares estimator:</a:t>
            </a:r>
          </a:p>
          <a:p>
            <a:r>
              <a:t>B_hat = (X'X)^(-1) X'Y</a:t>
            </a:r>
          </a:p>
          <a:p>
            <a:endParaRPr/>
          </a:p>
          <a:p>
            <a:r>
              <a:t>Same point estimates as separate regressions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Separate Regressions?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Ignores correlation among responses</a:t>
            </a:r>
          </a:p>
          <a:p>
            <a:r>
              <a:t>No joint hypothesis testing</a:t>
            </a:r>
          </a:p>
          <a:p>
            <a:r>
              <a:t>Multiplicity concerns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 linear hypothesis:</a:t>
            </a:r>
          </a:p>
          <a:p>
            <a:r>
              <a:t>C B = 0</a:t>
            </a:r>
          </a:p>
          <a:p>
            <a:endParaRPr/>
          </a:p>
          <a:p>
            <a:r>
              <a:t>Test predictors across all responses jointly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to 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MANOVA is a special case</a:t>
            </a:r>
          </a:p>
          <a:p>
            <a:r>
              <a:t>Categorical predictors</a:t>
            </a:r>
          </a:p>
          <a:p>
            <a:r>
              <a:t>Same multivariate test statistics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Test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Pillai's trace</a:t>
            </a:r>
          </a:p>
          <a:p>
            <a:r>
              <a:t>Wilks' lambda</a:t>
            </a:r>
          </a:p>
          <a:p>
            <a:r>
              <a:t>Hotelling–Lawley trace</a:t>
            </a:r>
          </a:p>
          <a:p>
            <a:r>
              <a:t>Roy's largest root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 of B: predictors</a:t>
            </a:r>
          </a:p>
          <a:p>
            <a:r>
              <a:t>Columns of B: responses</a:t>
            </a:r>
          </a:p>
          <a:p>
            <a:r>
              <a:t>Joint tests assess overall effect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Residual plots by response</a:t>
            </a:r>
          </a:p>
          <a:p>
            <a:r>
              <a:t>QQ plots</a:t>
            </a:r>
          </a:p>
          <a:p>
            <a:r>
              <a:t>Residual covariance matrix</a:t>
            </a:r>
          </a:p>
          <a:p>
            <a:r>
              <a:t>Leverage and influence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multiple correlated outcomes</a:t>
            </a:r>
          </a:p>
          <a:p>
            <a:r>
              <a:t>Inference is multivariate</a:t>
            </a:r>
          </a:p>
          <a:p>
            <a:r>
              <a:t>Useful for joint scientific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228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Multivariate Linear Regression</vt:lpstr>
      <vt:lpstr>When to Use It</vt:lpstr>
      <vt:lpstr>Data Structure</vt:lpstr>
      <vt:lpstr>Model Specification</vt:lpstr>
      <vt:lpstr>Error Assumptions</vt:lpstr>
      <vt:lpstr>Estimation</vt:lpstr>
      <vt:lpstr>Why Not Separate Regressions?</vt:lpstr>
      <vt:lpstr>Hypothesis Testing</vt:lpstr>
      <vt:lpstr>Connection to MANOVA</vt:lpstr>
      <vt:lpstr>Multivariate Test Statistics</vt:lpstr>
      <vt:lpstr>Interpretation</vt:lpstr>
      <vt:lpstr>Diagnostics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Pluta, Dustin</cp:lastModifiedBy>
  <cp:revision>1</cp:revision>
  <dcterms:created xsi:type="dcterms:W3CDTF">2013-01-27T09:14:16Z</dcterms:created>
  <dcterms:modified xsi:type="dcterms:W3CDTF">2026-02-03T18:43:18Z</dcterms:modified>
  <cp:category/>
</cp:coreProperties>
</file>