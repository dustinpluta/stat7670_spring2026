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X B + E</a:t>
            </a:r>
          </a:p>
          <a:p>
            <a:r>
              <a:t>E ~ MN(0, I_n, Σ)</a:t>
            </a:r>
          </a:p>
          <a:p>
            <a:r>
              <a:t>vec(E) ~ N(0, Σ ⊗ I_n)</a:t>
            </a:r>
          </a:p>
          <a:p>
            <a:r>
              <a:t>q responses, p predictors, n observations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Squares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B_hat = (X'X)^(-1) X'Y</a:t>
            </a:r>
          </a:p>
          <a:p>
            <a:r>
              <a:t>Hat matrix P_X = X(X'X)^(-1)X'</a:t>
            </a:r>
          </a:p>
          <a:p>
            <a:r>
              <a:t>Residual maker M_X = I - P_X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Linear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H0: C B = 0</a:t>
            </a:r>
          </a:p>
          <a:p>
            <a:r>
              <a:t>C: h × p, rank h</a:t>
            </a:r>
          </a:p>
          <a:p>
            <a:r>
              <a:t>Tests joint effects across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SSP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 = Y' M_X Y</a:t>
            </a:r>
          </a:p>
          <a:p>
            <a:r>
              <a:t>E ~ Wishart_q(Σ, n − r)</a:t>
            </a:r>
          </a:p>
          <a:p>
            <a:r>
              <a:t>Represents unexplained variation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SSP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 = (C B_hat)' [C(X'X)^(-1)C']^{-1} (C B_hat)</a:t>
            </a:r>
          </a:p>
          <a:p>
            <a:r>
              <a:t>H ~ Wishart_q(Σ, h)</a:t>
            </a:r>
          </a:p>
          <a:p>
            <a:r>
              <a:t>H ⟂ E under H0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Wishart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H and E are symmetric psd</a:t>
            </a:r>
          </a:p>
          <a:p>
            <a:r>
              <a:t>Inference based on E^{-1}H</a:t>
            </a:r>
          </a:p>
          <a:p>
            <a:r>
              <a:t>Generalized eigenvalue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Canonical Eigenvalues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det(H − λE) = 0</a:t>
            </a:r>
          </a:p>
          <a:p>
            <a:r>
              <a:t>λ1,…,λs where s = min(q, h)</a:t>
            </a:r>
          </a:p>
          <a:p>
            <a:r>
              <a:t>θi = λi / (1 + λi)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Wilks’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Λ = det(E) / det(E + H)</a:t>
            </a:r>
          </a:p>
          <a:p>
            <a:r>
              <a:t>Λ = ∏ (1 / (1 + λi))</a:t>
            </a:r>
          </a:p>
          <a:p>
            <a:r>
              <a:t>Likelihood ratio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Pillai’s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 = tr(H(H + E)^{-1})</a:t>
            </a:r>
          </a:p>
          <a:p>
            <a:r>
              <a:t>V = Σ λi / (1 + λi)</a:t>
            </a:r>
          </a:p>
          <a:p>
            <a:r>
              <a:t>Most robust in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Hotelling–Lawley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 = tr(E^{-1}H)</a:t>
            </a:r>
          </a:p>
          <a:p>
            <a:r>
              <a:t>U = Σ λi</a:t>
            </a:r>
          </a:p>
          <a:p>
            <a:r>
              <a:t>Signal-to-noise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Roy’s Largest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 = max λi</a:t>
            </a:r>
          </a:p>
          <a:p>
            <a:r>
              <a:t>Most powerful for rank-1 effects</a:t>
            </a:r>
          </a:p>
          <a:p>
            <a:r>
              <a:t>Least robust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Exact results in special cases</a:t>
            </a:r>
          </a:p>
          <a:p>
            <a:r>
              <a:t>Bartlett, Rao F-approximations</a:t>
            </a:r>
          </a:p>
          <a:p>
            <a:r>
              <a:t>Asymptotic χ² for Wilks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Special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 = 1 ⇒ scalar H, E</a:t>
            </a:r>
          </a:p>
          <a:p>
            <a:r>
              <a:t>All tests reduce to F-statistic</a:t>
            </a:r>
          </a:p>
          <a:p>
            <a:r>
              <a:t>Sanity check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Computation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H and E matrices</a:t>
            </a:r>
          </a:p>
          <a:p>
            <a:r>
              <a:t>Solve generalized eigenproblem</a:t>
            </a:r>
          </a:p>
          <a:p>
            <a:r>
              <a:t>Plug λi into test formulas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High-Dimensional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 − r ≤ q, E singular</a:t>
            </a:r>
          </a:p>
          <a:p>
            <a:r>
              <a:t>Classical tests fail</a:t>
            </a:r>
          </a:p>
          <a:p>
            <a:r>
              <a:t>Need regularization or Bayesian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Multivariate inference via SSP matrices</a:t>
            </a:r>
          </a:p>
          <a:p>
            <a:r>
              <a:t>Eigenvalues drive all test statistics</a:t>
            </a:r>
          </a:p>
          <a:p>
            <a:r>
              <a:t>Foundation for MANOVA and extensions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Setup (n=6, q=2)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Predictor: x = [0,1,2,3,4,5]</a:t>
            </a:r>
          </a:p>
          <a:p>
            <a:r>
              <a:t>Design matrix X = [1, x] (intercept + slope)</a:t>
            </a:r>
          </a:p>
          <a:p>
            <a:r>
              <a:t>Responses (Y):</a:t>
            </a:r>
          </a:p>
          <a:p>
            <a:r>
              <a:t>  y1 = [1,2,2,4,5,6]</a:t>
            </a:r>
          </a:p>
          <a:p>
            <a:r>
              <a:t>  y2 = [2,1,3,3,4,5]</a:t>
            </a:r>
          </a:p>
          <a:p>
            <a:endParaRPr/>
          </a:p>
          <a:p>
            <a:r>
              <a:t>Hypothesis: H0 = (slope on x is 0 for all responses)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OLS Fit: B_hat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B_hat = (X'X)^(-1) X'Y  (2x2)</a:t>
            </a:r>
          </a:p>
          <a:p>
            <a:r>
              <a:t>B_hat = [[0.7619, 1.2857],</a:t>
            </a:r>
          </a:p>
          <a:p>
            <a:r>
              <a:t>         [1.0286, 0.6857]]</a:t>
            </a:r>
          </a:p>
          <a:p>
            <a:endParaRPr/>
          </a:p>
          <a:p>
            <a:r>
              <a:t>Interpretation: row 1 = intercepts, row 2 = slopes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SSP Matrices E and 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Residual maker: M_X = I - X(X'X)^(-1)X'</a:t>
            </a:r>
          </a:p>
          <a:p>
            <a:r>
              <a:t>E = Y' M_X Y  (2x2)</a:t>
            </a:r>
          </a:p>
          <a:p>
            <a:r>
              <a:t>E = [[0.819, -0.3429],</a:t>
            </a:r>
          </a:p>
          <a:p>
            <a:r>
              <a:t>     [-0.3429, 1.7714]]</a:t>
            </a:r>
          </a:p>
          <a:p>
            <a:endParaRPr/>
          </a:p>
          <a:p>
            <a:r>
              <a:t>C = [0 1] selects slope row; h=1</a:t>
            </a:r>
          </a:p>
          <a:p>
            <a:r>
              <a:t>H = (C B_hat)' [C(X'X)^(-1)C']^{-1} (C B_hat)  (2x2)</a:t>
            </a:r>
          </a:p>
          <a:p>
            <a:r>
              <a:t>H = [[18.5143, 12.3429],</a:t>
            </a:r>
          </a:p>
          <a:p>
            <a:r>
              <a:t>     [12.3429, 8.2286]]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Eigenvalue and Test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generalized eigenvalues of E^{-1}H</a:t>
            </a:r>
          </a:p>
          <a:p>
            <a:r>
              <a:t>Nonzero eigenvalue λ1 ≈ 36.0 (s = min(q,h) = 1)</a:t>
            </a:r>
          </a:p>
          <a:p>
            <a:endParaRPr/>
          </a:p>
          <a:p>
            <a:r>
              <a:t>Wilks' Lambda: Λ = det(E)/det(E+H) ≈ 0.027</a:t>
            </a:r>
          </a:p>
          <a:p>
            <a:r>
              <a:t>Pillai's trace: V = tr(H(H+E)^(-1)) ≈ 0.973</a:t>
            </a:r>
          </a:p>
          <a:p>
            <a:r>
              <a:t>Hotelling–Lawley: U = tr(E^-1H) ≈ 36.0</a:t>
            </a:r>
          </a:p>
          <a:p>
            <a:r>
              <a:t>Roy's largest root: R = max λi ≈ 36.0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(q=2, h=1)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h=1, H is rank ≤ 1 ⇒ only one nonzero λ</a:t>
            </a:r>
          </a:p>
          <a:p>
            <a:r>
              <a:t>Relationships:</a:t>
            </a:r>
          </a:p>
          <a:p>
            <a:r>
              <a:t>  Λ = 1/(1+λ1)</a:t>
            </a:r>
          </a:p>
          <a:p>
            <a:r>
              <a:t>  V = λ1/(1+λ1) = 1 − Λ</a:t>
            </a:r>
          </a:p>
          <a:p>
            <a:r>
              <a:t>  U = λ1</a:t>
            </a:r>
          </a:p>
          <a:p>
            <a:r>
              <a:t>  R = λ1</a:t>
            </a:r>
          </a:p>
          <a:p>
            <a:endParaRPr/>
          </a:p>
          <a:p>
            <a:r>
              <a:t>Here: 1/(1+λ1) ≈ 0.027 matches 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769</Words>
  <Application>Microsoft Office PowerPoint</Application>
  <PresentationFormat>On-screen Show (4:3)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Multivariate Linear Model</vt:lpstr>
      <vt:lpstr>Least Squares Estimation</vt:lpstr>
      <vt:lpstr>General Linear Hypothesis</vt:lpstr>
      <vt:lpstr>Error SSP Matrix</vt:lpstr>
      <vt:lpstr>Hypothesis SSP Matrix</vt:lpstr>
      <vt:lpstr>Wishart Geometry</vt:lpstr>
      <vt:lpstr>Canonical Eigenvalues</vt:lpstr>
      <vt:lpstr>Wilks’ Lambda</vt:lpstr>
      <vt:lpstr>Pillai’s Trace</vt:lpstr>
      <vt:lpstr>Hotelling–Lawley Trace</vt:lpstr>
      <vt:lpstr>Roy’s Largest Root</vt:lpstr>
      <vt:lpstr>Reference Distributions</vt:lpstr>
      <vt:lpstr>Univariate Special Case</vt:lpstr>
      <vt:lpstr>Computation in Practice</vt:lpstr>
      <vt:lpstr>High-Dimensional Issues</vt:lpstr>
      <vt:lpstr>Summary</vt:lpstr>
      <vt:lpstr>Worked Example Setup (n=6, q=2)</vt:lpstr>
      <vt:lpstr>OLS Fit: B_hat</vt:lpstr>
      <vt:lpstr>Compute SSP Matrices E and H</vt:lpstr>
      <vt:lpstr>Eigenvalue and Test Statistics</vt:lpstr>
      <vt:lpstr>Quick Check (q=2, h=1)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Pluta, Dustin S.</dc:creator>
  <cp:keywords/>
  <dc:description>generated using python-pptx</dc:description>
  <cp:lastModifiedBy>Pluta, Dustin</cp:lastModifiedBy>
  <cp:revision>1</cp:revision>
  <dcterms:created xsi:type="dcterms:W3CDTF">2013-01-27T09:14:16Z</dcterms:created>
  <dcterms:modified xsi:type="dcterms:W3CDTF">2026-02-03T18:45:47Z</dcterms:modified>
  <cp:category/>
</cp:coreProperties>
</file>